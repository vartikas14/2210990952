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68" r:id="rId1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56" y="3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10692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/>
              <a:t>Revisiting the Single-Source Shortest Path Problem</a:t>
            </a:r>
            <a:br>
              <a:rPr lang="en-US" sz="2000" dirty="0"/>
            </a:b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Vartika Singh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2210990952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Rajat Thakkar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0" y="0"/>
            <a:ext cx="64767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/>
              <a:t>Introduction &amp; Problem Definition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Single-Source Shortest Path (SSSP) problem: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 shortest paths from a source vertex to all other vertices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Modeled using weighted directed graphs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GPS navigation systems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routing protocols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Robotics path planning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packet transmission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computational challenges: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Large-scale graphs (millions of nodes)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 requirements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Trade-off between accuracy and efficiency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54FB-41F2-63D6-9C6E-F8DDB1B4D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610662" cy="91404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Algorithms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3ED95A-923B-65E8-9A18-E9BA1FA023AA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64892" y="1190362"/>
            <a:ext cx="8979108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Breadth-First Search (BFS)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Time: O(n + m)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only for unweighted graphs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and efficient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Bellman–Ford Algorithm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Time: O(nm)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negative edge weights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negative cycles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Dijkstra’s Algorithm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Time: O(m + n log n)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greedy approach + priority queue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widely used in practice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A* Algorithm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Heuristic-based optimization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for goal-directed search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Depends on heuristic quality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686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54FB-41F2-63D6-9C6E-F8DDB1B4D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610662" cy="91404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Barrier &amp; Relaxation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A4CFC7-31D2-4F8E-9BE8-9C10223640F5}"/>
              </a:ext>
            </a:extLst>
          </p:cNvPr>
          <p:cNvSpPr txBox="1"/>
          <p:nvPr/>
        </p:nvSpPr>
        <p:spPr>
          <a:xfrm>
            <a:off x="381000" y="1117670"/>
            <a:ext cx="9144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d[v]=min⁡(d[v], d[u]+w(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))d[v] = \min(d[v],\ d[u] + w(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))d[v]=min(d[v], d[u]+w(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u,v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Relaxation: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operation in all shortest path algorithms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Iteratively improves distance estimates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Barrier: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 relies on priority queues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comparison-based ordering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logarithmic complexity factor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tied to sorting lower bounds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further asymptotic improvements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bottleneck in large-scale graphs</a:t>
            </a:r>
          </a:p>
        </p:txBody>
      </p:sp>
    </p:spTree>
    <p:extLst>
      <p:ext uri="{BB962C8B-B14F-4D97-AF65-F5344CB8AC3E}">
        <p14:creationId xmlns:p14="http://schemas.microsoft.com/office/powerpoint/2010/main" val="2022598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54FB-41F2-63D6-9C6E-F8DDB1B4D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610662" cy="914040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Breakthrough Approach</a:t>
            </a:r>
            <a:endParaRPr lang="en-US" sz="2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6C2F707-6BDE-8E85-C05D-A961F82DE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1418898"/>
            <a:ext cx="893445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Introduces deterministic shortest path method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innovations: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reliance on global sorting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hierarchical bucketing technique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Groups nodes based on distance ranges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improvement: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Achieves O(m + n log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n) complexity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number of comparisons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scalability for sparse graphs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 overhead in large networks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Limitations: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implementation complexity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real-world testing</a:t>
            </a:r>
          </a:p>
        </p:txBody>
      </p:sp>
    </p:spTree>
    <p:extLst>
      <p:ext uri="{BB962C8B-B14F-4D97-AF65-F5344CB8AC3E}">
        <p14:creationId xmlns:p14="http://schemas.microsoft.com/office/powerpoint/2010/main" val="576049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54FB-41F2-63D6-9C6E-F8DDB1B4D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610662" cy="914040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Breakthrough Approach</a:t>
            </a:r>
            <a:endParaRPr lang="en-US" sz="2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2E245C2-1227-C9B8-743C-5A8993005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1228399"/>
            <a:ext cx="878205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Classical algorithms remain widely used and reliable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Dijkstra’s algorithm is still dominant in practice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Sorting barrier limited progress for decades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2025 breakthrough: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 major asymptotic improvement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Opens new research directions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universal best algorithm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depends on graph type and constraints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Trade-off between theoretical efficiency and practicality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algorithm design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implementation optimization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solutions for big data systems</a:t>
            </a:r>
          </a:p>
        </p:txBody>
      </p:sp>
    </p:spTree>
    <p:extLst>
      <p:ext uri="{BB962C8B-B14F-4D97-AF65-F5344CB8AC3E}">
        <p14:creationId xmlns:p14="http://schemas.microsoft.com/office/powerpoint/2010/main" val="453240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34725</TotalTime>
  <Words>446</Words>
  <Application>Microsoft Office PowerPoint</Application>
  <PresentationFormat>On-screen Show (4:3)</PresentationFormat>
  <Paragraphs>90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Classical Algorithms Overview</vt:lpstr>
      <vt:lpstr>Sorting Barrier &amp; Relaxation</vt:lpstr>
      <vt:lpstr>2025 Breakthrough Approach</vt:lpstr>
      <vt:lpstr>2025 Breakthrough Approach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Vartika Singh</cp:lastModifiedBy>
  <cp:revision>2301</cp:revision>
  <dcterms:created xsi:type="dcterms:W3CDTF">2010-04-09T07:36:15Z</dcterms:created>
  <dcterms:modified xsi:type="dcterms:W3CDTF">2026-04-29T11:31:41Z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